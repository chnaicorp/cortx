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b51f5f8337f45a9" /><Relationship Type="http://schemas.openxmlformats.org/package/2006/relationships/metadata/core-properties" Target="/docProps/core.xml" Id="Re30d611997dd4210" /><Relationship Type="http://schemas.openxmlformats.org/officeDocument/2006/relationships/extended-properties" Target="/docProps/app.xml" Id="R12722f0943ee4164" /><Relationship Type="http://schemas.openxmlformats.org/officeDocument/2006/relationships/custom-properties" Target="/docProps/custom.xml" Id="R0ba37f5f793c4eb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a741af78f77b427a"/>
  </p:notesMasterIdLst>
  <p:sldIdLst>
    <p:sldId id="256" r:id="R234c4f56da6942f8"/>
    <p:sldId id="257" r:id="R86759e950ad54247"/>
    <p:sldId id="258" r:id="Re04f32fb23f44b25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34c4f56da6942f8" /><Relationship Type="http://schemas.openxmlformats.org/officeDocument/2006/relationships/slide" Target="/ppt/slides/slide2.xml" Id="R86759e950ad54247" /><Relationship Type="http://schemas.openxmlformats.org/officeDocument/2006/relationships/slide" Target="/ppt/slides/slide3.xml" Id="Re04f32fb23f44b25" /><Relationship Type="http://schemas.openxmlformats.org/officeDocument/2006/relationships/notesMaster" Target="/ppt/notesMasters/notesMaster1.xml" Id="Ra741af78f77b42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30b6b0c5fc3415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a3854c8c0ba4fb9" /><Relationship Type="http://schemas.openxmlformats.org/officeDocument/2006/relationships/slide" Target="/ppt/slides/slide1.xml" Id="R308c70dbad1b45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the audience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9da8460a64f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e08dc9cfc343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8edf1c7d7646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a740282e9d41a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2ce31429ee48fd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a8e51439f67489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fb07f05b34259" /><Relationship Type="http://schemas.openxmlformats.org/officeDocument/2006/relationships/notesSlide" Target="/ppt/notesSlides/notesSlide1.xml" Id="R55ef12c41cb447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2f30ffc9b4f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53f8c222b45de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3600" b="1">
                <a:latin typeface="Georgia"/>
                <a:ea typeface="Georgia"/>
              </a:rPr>
              <a:t>Product Launch 2026</a:t>
            </a:r>
          </a:p>
        </p:txBody>
      </p:sp>
      <p:sp>
        <p:nvSpPr>
          <p:cNvPr id="3" name="Content"/>
          <p:cNvSpPr txBox="1"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49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Next-Generation AI Platform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/>
              <a:t>Market Opportunity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60" y="120"/>
            <a:ext cx="400" cy="35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TAM</a:t>
            </a:r>
          </a:p>
          <a:p>
            <a:r>
              <a:rPr lang="en-US" sz="1800"/>
              <a:t>Growing 22% annually</a:t>
            </a:r>
          </a:p>
          <a:p>
            <a:r>
              <a:rPr lang="en-US" sz="1800"/>
              <a:t>3.2M target users</a:t>
            </a:r>
          </a:p>
        </p:txBody>
      </p:sp>
      <p:sp>
        <p:nvSpPr>
          <p:cNvPr id="100001" name="TextBox 3"/>
          <p:cNvSpPr txBox="1"/>
          <p:nvPr/>
        </p:nvSpPr>
        <p:spPr>
          <a:xfrm>
            <a:off x="500" y="120"/>
            <a:ext cx="400" cy="35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68% enterprise adoption</a:t>
            </a:r>
          </a:p>
          <a:p>
            <a:r>
              <a:rPr lang="en-US" sz="1800"/>
              <a:t>12% migration rate</a:t>
            </a:r>
          </a:p>
          <a:p>
            <a:r>
              <a:rPr lang="en-US" sz="1800"/>
              <a:t>4x ROI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/>
              <a:t>Key Features</a:t>
            </a:r>
          </a:p>
        </p:txBody>
      </p:sp>
      <p:sp>
        <p:nvSpPr>
          <p:cNvPr id="100002" name="TextBox 2"/>
          <p:cNvSpPr txBox="1"/>
          <p:nvPr/>
        </p:nvSpPr>
        <p:spPr>
          <a:xfrm>
            <a:off x="60" y="120"/>
            <a:ext cx="840" cy="380"/>
          </a:xfrm>
          <a:prstGeom prst="rect">
            <a:avLst/>
          </a:prstGeom>
        </p:spPr>
        <p:txBody>
          <a:bodyPr/>
          <a:lstStyle/>
          <a:p>
            <a:r>
              <a:rPr lang="en-US" sz="2000"/>
              <a:t>Real-time AI inference</a:t>
            </a:r>
          </a:p>
          <a:p>
            <a:r>
              <a:rPr lang="en-US" sz="2000"/>
              <a:t>Multi-modal understanding</a:t>
            </a:r>
          </a:p>
          <a:p>
            <a:r>
              <a:rPr lang="en-US" sz="2000"/>
              <a:t>Zero-config deployment</a:t>
            </a:r>
          </a:p>
          <a:p>
            <a:r>
              <a:rPr lang="en-US" sz="2000"/>
              <a:t>Enterprise security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2026-07-29T08:57:36Z</dcterms:created>
  <cp:lastModifiedBy>OfficeCLI</cp:lastModifiedBy>
  <dcterms:modified xsi:type="dcterms:W3CDTF">2026-07-29T08:57:36Z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2026-07-29T09:00:11Z</vt:lpwstr>
  </op:property>
</op:Properties>
</file>